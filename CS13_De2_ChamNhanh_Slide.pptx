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abaad3ca7f4eb8" /><Relationship Type="http://schemas.openxmlformats.org/officeDocument/2006/relationships/extended-properties" Target="/docProps/app.xml" Id="R5fbf2cc4efbb42e4" /><Relationship Type="http://schemas.openxmlformats.org/officeDocument/2006/relationships/officeDocument" Target="/ppt/presentation.xml" Id="R77e568c51fde45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6186b6d6824112"/>
  </p:sldMasterIdLst>
  <p:notesMasterIdLst>
    <p:notesMasterId xmlns:r="http://schemas.openxmlformats.org/officeDocument/2006/relationships" r:id="Rbe9390ca31804cab"/>
  </p:notesMasterIdLst>
  <p:sldIdLst>
    <p:sldId xmlns:r="http://schemas.openxmlformats.org/officeDocument/2006/relationships" id="256" r:id="Rb64c20235e3447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1e68eac6194142" /><Relationship Type="http://schemas.openxmlformats.org/officeDocument/2006/relationships/slideMaster" Target="/ppt/slideMasters/slideMaster1.xml" Id="R516186b6d6824112" /><Relationship Type="http://schemas.openxmlformats.org/officeDocument/2006/relationships/notesMaster" Target="/ppt/notesMasters/notesMaster1.xml" Id="Rbe9390ca31804cab" /><Relationship Type="http://schemas.openxmlformats.org/officeDocument/2006/relationships/presProps" Target="/ppt/presProps.xml" Id="R7a21b7c040474d96" /><Relationship Type="http://schemas.openxmlformats.org/officeDocument/2006/relationships/tableStyles" Target="/ppt/tableStyles.xml" Id="R19f167683fbc473f" /><Relationship Type="http://schemas.openxmlformats.org/officeDocument/2006/relationships/slide" Target="/ppt/slides/slide1.xml" Id="Rb64c20235e3447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22353d5b1b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b8286587424865" /><Relationship Type="http://schemas.openxmlformats.org/officeDocument/2006/relationships/notesMaster" Target="/ppt/notesMasters/notesMaster1.xml" Id="R35f3088131d241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CS13_HoSoTinhHuong.pdf tr.4–5, tình huống giả định. Bản 2 có 82,6% đạt quy thực tế, 0 lỗi nghiêm trọng, 1 tầng Khó tụt, κ0,80: chỉ phát hành bài thường, chuyển 5,0–6,5 cho giáo viên; tuần đầu Lan chấm đôi 2%. Các bộ 120/300 và tỷ lệ duyệt 20%/10%/5% là đề xuất/kịch bản, không phải kết quả. Giá 5,21 triệu đã trừ đối tác. Biên là tính theo số liệu đề, phải đo lại với tỷ lệ duyệt thực.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e46e3d3ac4d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bde7e945144e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da2b4826c4c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599b34e4c443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7f76a1093243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e1798d68fa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D89E8B-D92C-4CB6-92EE-97358F3D4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C95CC7A-F78A-4520-9001-0A1B648C6D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CA16003-1D41-4F04-8BB3-FAC1D02067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A99416-25C6-4D0C-9D30-E14DB5762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6049CC7-EB19-49B7-B5B5-5D7F41E878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97320A-384E-402E-8707-6CAAC2459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C284A2-3658-4E65-999D-6A929C5521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E40740-5C32-4704-92AE-A4DC17320D6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8DB9D82-176D-4919-97E5-160F98710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3C4137-DF6A-4D78-BD81-D039113CBE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aa348b5ed24dab" /><Relationship Type="http://schemas.openxmlformats.org/officeDocument/2006/relationships/slideLayout" Target="/ppt/slideLayouts/slideLayout1.xml" Id="R252a51785caa4fb9" /><Relationship Type="http://schemas.openxmlformats.org/officeDocument/2006/relationships/slideLayout" Target="/ppt/slideLayouts/slideLayout2.xml" Id="Rf8ab3d77819b44ae" /><Relationship Type="http://schemas.openxmlformats.org/officeDocument/2006/relationships/slideLayout" Target="/ppt/slideLayouts/slideLayout3.xml" Id="Rd803cb0ca7d947b6" /><Relationship Type="http://schemas.openxmlformats.org/officeDocument/2006/relationships/slideLayout" Target="/ppt/slideLayouts/slideLayout4.xml" Id="R648b32f906b5431f" /><Relationship Type="http://schemas.openxmlformats.org/officeDocument/2006/relationships/slideLayout" Target="/ppt/slideLayouts/slideLayout5.xml" Id="R512704870c9e44ba" /><Relationship Type="http://schemas.openxmlformats.org/officeDocument/2006/relationships/slideLayout" Target="/ppt/slideLayouts/slideLayout6.xml" Id="R727b8c54310143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2a51785caa4fb9"/>
    <p:sldLayoutId xmlns:r="http://schemas.openxmlformats.org/officeDocument/2006/relationships" id="2147483650" r:id="Rf8ab3d77819b44ae"/>
    <p:sldLayoutId xmlns:r="http://schemas.openxmlformats.org/officeDocument/2006/relationships" id="2147483651" r:id="Rd803cb0ca7d947b6"/>
    <p:sldLayoutId xmlns:r="http://schemas.openxmlformats.org/officeDocument/2006/relationships" id="2147483652" r:id="R648b32f906b5431f"/>
    <p:sldLayoutId xmlns:r="http://schemas.openxmlformats.org/officeDocument/2006/relationships" id="2147483653" r:id="R512704870c9e44ba"/>
    <p:sldLayoutId xmlns:r="http://schemas.openxmlformats.org/officeDocument/2006/relationships" id="2147483654" r:id="R727b8c54310143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74c9d5056340b6" /><Relationship Type="http://schemas.openxmlformats.org/officeDocument/2006/relationships/notesSlide" Target="/ppt/notesSlides/notesSlide1.xml" Id="R57120ffd0d8444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EAD5E-7CF7-4A14-8027-7365AA97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8736D"/>
                </a:solidFill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38736D"/>
                </a:solidFill>
              </a:defRPr>
            </a:pPr>
            <a:r>
              <a:rPr sz="1425" b="1">
                <a:solidFill>
                  <a:srgbClr val="38736D"/>
                </a:solidFill>
              </a:rPr>
              <a:t>CS13  /  ĐỀ 2  /  LỘ TRÌNH 12 THÁNG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388DC-2F6E-4EEF-BE49-CF5B3AD1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1104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137"/>
                </a:solidFill>
              </a:defRPr>
            </a:pPr>
            <a:r>
              <a:rPr sz="3150" b="1">
                <a:solidFill>
                  <a:srgbClr val="173137"/>
                </a:solidFill>
              </a:rPr>
              <a:t>ChấmNhanh: phát hành có giới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D72600-279A-4FB4-8183-D61B3810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73137"/>
                </a:solidFill>
              </a:defRPr>
            </a:pPr>
            <a:r>
              <a:rPr sz="1950" b="0">
                <a:solidFill>
                  <a:srgbClr val="173137"/>
                </a:solidFill>
              </a:rPr>
              <a:t>Chuyển đúng bài ranh giới, sửa tầng Khó trước khi mở rộng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5CDA1-1197-4FD1-923C-032C73D7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0–3 tháng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95BCD-7EB0-462F-9085-49603E44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09775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Chuyển 100% bài điểm 5,0–6,5 cho giáo viên.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Sửa tầng Khó; giữ chấm 4 tiêu chí cho bài thường.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4045D-AED0-4C15-B7C8-8D4625E9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3–6 tháng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FE75CF-F316-4576-9E02-60788FD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62275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Mức 2 chỉ sau bộ 120 bài đạt cổng đề xuất.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Đo khả năng sửa bài; báo cáo tiến bộ chờ ≥3 tháng dữ liệu.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39512-64DD-466A-8B36-7793B4BB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87C70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87C70"/>
                </a:solidFill>
              </a:defRPr>
            </a:pPr>
            <a:r>
              <a:rPr sz="1950" b="1">
                <a:solidFill>
                  <a:srgbClr val="287C70"/>
                </a:solidFill>
              </a:rPr>
              <a:t>6–12 tháng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053D1-0D7E-4551-8CA2-33EC1A92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14775"/>
            <a:ext cx="8858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Khám phá mức 3; vẫn giữ mọi ca bắt buộc duyệt.</a:t>
            </a:r>
          </a:p>
          <a:p xmlns:a="http://schemas.openxmlformats.org/drawingml/2006/main">
            <a:pPr>
              <a:defRPr sz="1800" b="0">
                <a:solidFill>
                  <a:srgbClr val="173137"/>
                </a:solidFill>
              </a:defRPr>
            </a:pPr>
            <a:r>
              <a:rPr sz="1800" b="0">
                <a:solidFill>
                  <a:srgbClr val="173137"/>
                </a:solidFill>
              </a:rPr>
              <a:t>Rà ngày 30/60/90 và khi model, giá, quy định thay đổi.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D0173-37E7-43D9-9C7C-A44682B2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196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137"/>
                </a:solidFill>
              </a:defRPr>
            </a:pPr>
            <a:r>
              <a:rPr sz="1725" b="1">
                <a:solidFill>
                  <a:srgbClr val="173137"/>
                </a:solidFill>
              </a:rPr>
              <a:t>Nguồn lực &amp; kinh tế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F9DF5-0673-43CD-A9ED-CEA7F468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Lan + Khoa: 4 giờ/tuần; vòng 40 bài cần 14,2 giờ.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Biên: 57,4% nếu duyệt 20%; 68,9% nếu duyệt 10%.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Cần thêm ngân sách cho bộ 120/300 bài.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B2A71-0C08-412F-ADD9-6186783C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19675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3137"/>
                </a:solidFill>
              </a:defRPr>
            </a:pPr>
            <a:r>
              <a:rPr sz="1725" b="1">
                <a:solidFill>
                  <a:srgbClr val="173137"/>
                </a:solidFill>
              </a:rPr>
              <a:t>Cổng &amp; điều kiện dừng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815E2-7007-478A-8E5E-F8F47537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4292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73137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Giữ ≥80%, 0 lỗi nghiêm trọng và κ≥0,6.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Dừng mở rộng: ARPA sau chia &lt;3,95 triệu,</a:t>
            </a:r>
          </a:p>
          <a:p xmlns:a="http://schemas.openxmlformats.org/drawingml/2006/main">
            <a:pPr>
              <a:defRPr sz="1575" b="0">
                <a:solidFill>
                  <a:srgbClr val="173137"/>
                </a:solidFill>
              </a:defRPr>
            </a:pPr>
            <a:r>
              <a:rPr sz="1575" b="0">
                <a:solidFill>
                  <a:srgbClr val="173137"/>
                </a:solidFill>
              </a:rPr>
              <a:t>2 tháng liên tiếp, trên ≥15 trung tâm.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77E8A9-FE07-4820-9F1D-4E079043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9706D"/>
                </a:solidFill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9706D"/>
                </a:solidFill>
              </a:defRPr>
            </a:pPr>
            <a:r>
              <a:rPr sz="1125" b="0">
                <a:solidFill>
                  <a:srgbClr val="59706D"/>
                </a:solidFill>
              </a:rPr>
              <a:t>Nguồn: hồ sơ CS13, đề 2. Cỡ mẫu bổ sung và tỷ lệ duyệt là đề xuất, chưa được kiểm chứng.</a:t>
            </a:r>
          </a:p>
        </p:txBody>
      </p:sp>
    </p:spTree>
    <p:extLst>
      <p:ext uri="{BB962C8B-B14F-4D97-AF65-F5344CB8AC3E}">
        <p14:creationId xmlns:p14="http://schemas.microsoft.com/office/powerpoint/2010/main" val="388268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2026-10-16T05:43:02.7840000Z</dcterms:created>
  <dcterms:modified xsi:type="dcterms:W3CDTF">2026-10-16T05:43:02.7840000Z</dcterms:modified>
</coreProperties>
</file>